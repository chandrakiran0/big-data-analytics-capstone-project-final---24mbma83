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Zen Dots" charset="1" panose="00000000000000000000"/>
      <p:regular r:id="rId11"/>
    </p:embeddedFont>
    <p:embeddedFont>
      <p:font typeface="Poppins" charset="1" panose="00000500000000000000"/>
      <p:regular r:id="rId12"/>
    </p:embeddedFont>
    <p:embeddedFont>
      <p:font typeface="Poppins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t="0" r="-14096" b="-518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2264333" y="2050588"/>
            <a:ext cx="23575091" cy="194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2"/>
              </a:lnSpc>
            </a:pPr>
            <a:r>
              <a:rPr lang="en-US" sz="40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BIG DATA ANALYTICS CAPSTONE PROJECT </a:t>
            </a:r>
          </a:p>
          <a:p>
            <a:pPr algn="ctr">
              <a:lnSpc>
                <a:spcPts val="3802"/>
              </a:lnSpc>
            </a:pPr>
          </a:p>
          <a:p>
            <a:pPr algn="ctr">
              <a:lnSpc>
                <a:spcPts val="3802"/>
              </a:lnSpc>
            </a:pPr>
          </a:p>
          <a:p>
            <a:pPr algn="ctr">
              <a:lnSpc>
                <a:spcPts val="3802"/>
              </a:lnSpc>
            </a:pPr>
            <a:r>
              <a:rPr lang="en-US" sz="40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 SMART METER ENERGY ANALYSIS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544133" y="9042344"/>
            <a:ext cx="4917812" cy="566532"/>
            <a:chOff x="0" y="0"/>
            <a:chExt cx="1295226" cy="14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226" cy="149210"/>
            </a:xfrm>
            <a:custGeom>
              <a:avLst/>
              <a:gdLst/>
              <a:ahLst/>
              <a:cxnLst/>
              <a:rect r="r" b="b" t="t" l="l"/>
              <a:pathLst>
                <a:path h="149210" w="1295226">
                  <a:moveTo>
                    <a:pt x="74605" y="0"/>
                  </a:moveTo>
                  <a:lnTo>
                    <a:pt x="1220621" y="0"/>
                  </a:lnTo>
                  <a:cubicBezTo>
                    <a:pt x="1240408" y="0"/>
                    <a:pt x="1259384" y="7860"/>
                    <a:pt x="1273375" y="21851"/>
                  </a:cubicBezTo>
                  <a:cubicBezTo>
                    <a:pt x="1287366" y="35842"/>
                    <a:pt x="1295226" y="54819"/>
                    <a:pt x="1295226" y="74605"/>
                  </a:cubicBezTo>
                  <a:lnTo>
                    <a:pt x="1295226" y="74605"/>
                  </a:lnTo>
                  <a:cubicBezTo>
                    <a:pt x="1295226" y="115808"/>
                    <a:pt x="1261824" y="149210"/>
                    <a:pt x="1220621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95226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544133" y="9046346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Chandra Kiran (24MBMA83)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004" y="4525560"/>
            <a:ext cx="16709118" cy="86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4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EXPL</a:t>
            </a:r>
            <a:r>
              <a:rPr lang="en-US" sz="24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ORING ENERGY CONSUMPTION PATTERNS, WEATHER IMPACT, AND FORECASTING USING BIG DATA TOOLS.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113537"/>
            <a:ext cx="8341757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</a:t>
            </a: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ricks · PySpark · Pandas · Seaborn · Scikit-Learn · Matplotlib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149203"/>
            <a:ext cx="1398389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Used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5114" y="754926"/>
            <a:ext cx="10003831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PROJECT OVERVIEW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5869" y="2562013"/>
            <a:ext cx="14793683" cy="98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analyze and predict smart meter energy consumption using Big Data and Machine Learning techniques.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5869" y="1641271"/>
            <a:ext cx="4089440" cy="69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  <a:spcBef>
                <a:spcPct val="0"/>
              </a:spcBef>
            </a:pPr>
            <a:r>
              <a:rPr lang="en-US" sz="40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OBJEC</a:t>
            </a:r>
            <a:r>
              <a:rPr lang="en-US" sz="4088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TIVE: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5869" y="4038135"/>
            <a:ext cx="14793683" cy="98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ataset:</a:t>
            </a:r>
          </a:p>
          <a:p>
            <a:pPr algn="just">
              <a:lnSpc>
                <a:spcPts val="3856"/>
              </a:lnSpc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Smart Meter Data from Unity Catalog (synthetic, time-series format)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5869" y="5164699"/>
            <a:ext cx="16722320" cy="3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Go</a:t>
            </a: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als: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daily and hourly consumption trends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weather impact on energy usage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 forecasting model for energy demand</a:t>
            </a:r>
          </a:p>
          <a:p>
            <a:pPr algn="just">
              <a:lnSpc>
                <a:spcPts val="3856"/>
              </a:lnSpc>
            </a:pP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Methodology:</a:t>
            </a: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Preprocessing → Exploratory Analysis → Correlation Study → Regression → Forecasting</a:t>
            </a:r>
          </a:p>
          <a:p>
            <a:pPr algn="just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5114" y="754926"/>
            <a:ext cx="10003831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USE CASE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9704" y="2401582"/>
            <a:ext cx="16722320" cy="583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1 – Consumption An</a:t>
            </a: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alysis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Aggregated hourly and daily usage using PySpark &amp; Pandas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Observed stable demand cycles and daily consumption peaks</a:t>
            </a:r>
          </a:p>
          <a:p>
            <a:pPr algn="just">
              <a:lnSpc>
                <a:spcPts val="3856"/>
              </a:lnSpc>
            </a:pP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2 – Weather Correlation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Identified positive correlation between temperature &amp; consumption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Regression model showed weather drives ~70–80% demand variation</a:t>
            </a:r>
          </a:p>
          <a:p>
            <a:pPr algn="just">
              <a:lnSpc>
                <a:spcPts val="3856"/>
              </a:lnSpc>
            </a:pP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3 – For</a:t>
            </a: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ecasting Model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Linear Regression with lag &amp; rolling mean features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Achieved R² ≈ 0.8, enabling accurate next-hour energy prediction</a:t>
            </a:r>
          </a:p>
          <a:p>
            <a:pPr algn="just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356203" y="6352954"/>
            <a:ext cx="7151046" cy="2626518"/>
          </a:xfrm>
          <a:custGeom>
            <a:avLst/>
            <a:gdLst/>
            <a:ahLst/>
            <a:cxnLst/>
            <a:rect r="r" b="b" t="t" l="l"/>
            <a:pathLst>
              <a:path h="2626518" w="7151046">
                <a:moveTo>
                  <a:pt x="0" y="0"/>
                </a:moveTo>
                <a:lnTo>
                  <a:pt x="7151046" y="0"/>
                </a:lnTo>
                <a:lnTo>
                  <a:pt x="7151046" y="2626518"/>
                </a:lnTo>
                <a:lnTo>
                  <a:pt x="0" y="2626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226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1798" y="1435824"/>
            <a:ext cx="7396320" cy="4633540"/>
          </a:xfrm>
          <a:custGeom>
            <a:avLst/>
            <a:gdLst/>
            <a:ahLst/>
            <a:cxnLst/>
            <a:rect r="r" b="b" t="t" l="l"/>
            <a:pathLst>
              <a:path h="4633540" w="7396320">
                <a:moveTo>
                  <a:pt x="0" y="0"/>
                </a:moveTo>
                <a:lnTo>
                  <a:pt x="7396320" y="0"/>
                </a:lnTo>
                <a:lnTo>
                  <a:pt x="7396320" y="4633540"/>
                </a:lnTo>
                <a:lnTo>
                  <a:pt x="0" y="4633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8151" y="1435824"/>
            <a:ext cx="6319536" cy="4633540"/>
          </a:xfrm>
          <a:custGeom>
            <a:avLst/>
            <a:gdLst/>
            <a:ahLst/>
            <a:cxnLst/>
            <a:rect r="r" b="b" t="t" l="l"/>
            <a:pathLst>
              <a:path h="4633540" w="6319536">
                <a:moveTo>
                  <a:pt x="0" y="0"/>
                </a:moveTo>
                <a:lnTo>
                  <a:pt x="6319536" y="0"/>
                </a:lnTo>
                <a:lnTo>
                  <a:pt x="6319536" y="4633540"/>
                </a:lnTo>
                <a:lnTo>
                  <a:pt x="0" y="4633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25114" y="754926"/>
            <a:ext cx="10003831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VISUAL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637753"/>
            <a:ext cx="16722320" cy="292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Observation</a:t>
            </a: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s: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nergy p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eaks align with daytime working hours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ekends show reduced indu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ial usage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Temperature significantly affects overall energy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demand</a:t>
            </a:r>
          </a:p>
          <a:p>
            <a:pPr algn="just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39190" y="754926"/>
            <a:ext cx="17780123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CONCLUSION &amp; BUSINESS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5680" y="2158695"/>
            <a:ext cx="16722320" cy="632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Big Data An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alytics h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elps uncover patterns in energy usage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Predictive models imp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rove demand forecasting accuracy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Integration of weather data enhances energy planning</a:t>
            </a:r>
          </a:p>
          <a:p>
            <a:pPr algn="just">
              <a:lnSpc>
                <a:spcPts val="3856"/>
              </a:lnSpc>
            </a:pP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Value: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Optimise grid operations &amp; power purchase planning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Predict peak loads to prevent blackouts</a:t>
            </a:r>
          </a:p>
          <a:p>
            <a:pPr algn="just" marL="626106" indent="-313053" lvl="1">
              <a:lnSpc>
                <a:spcPts val="3856"/>
              </a:lnSpc>
              <a:buFont typeface="Arial"/>
              <a:buChar char="•"/>
            </a:pP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Enable dynamic pricing &amp; sustainable energy management</a:t>
            </a:r>
          </a:p>
          <a:p>
            <a:pPr algn="just">
              <a:lnSpc>
                <a:spcPts val="3856"/>
              </a:lnSpc>
            </a:pP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Scope:</a:t>
            </a:r>
          </a:p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899" spc="-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a model for real-time consumption prediction in smart grid systems.</a:t>
            </a:r>
          </a:p>
          <a:p>
            <a:pPr algn="just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DAG4TIe1yL8</dc:identifier>
  <dcterms:modified xsi:type="dcterms:W3CDTF">2011-08-01T06:04:30Z</dcterms:modified>
  <cp:revision>1</cp:revision>
  <dc:title>Big Data Analytics Capstone Project – Smart Meter Energy Analysis</dc:title>
</cp:coreProperties>
</file>